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65" r:id="rId9"/>
    <p:sldId id="267" r:id="rId10"/>
    <p:sldId id="269" r:id="rId11"/>
    <p:sldId id="270" r:id="rId12"/>
    <p:sldId id="271" r:id="rId13"/>
    <p:sldId id="273" r:id="rId14"/>
    <p:sldId id="275" r:id="rId15"/>
    <p:sldId id="277" r:id="rId16"/>
    <p:sldId id="279" r:id="rId17"/>
    <p:sldId id="281" r:id="rId18"/>
    <p:sldId id="283" r:id="rId19"/>
    <p:sldId id="28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263C9-7FF5-8D32-530E-5AD316FC5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837BC-8918-ED8A-AC19-930B4D256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0E9E8-501D-E53F-9414-0A259D9F4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79A58-C6E3-41AB-B808-26C7D72E2DF0}" type="datetimeFigureOut">
              <a:rPr lang="en-IN" smtClean="0"/>
              <a:t>30-05-2024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79B81-5E59-4FF4-1F40-AC2C26BAF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F5227-744B-2912-9D6F-CA782D06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08BA-E66C-4CCE-B04F-407BBC767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518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12E9B-43CF-5E8B-F1D8-D6B04A8C8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9D18E-AFAF-BD05-689B-28E992844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407FD-C2D0-CFA9-E4C2-9B58C0A67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79A58-C6E3-41AB-B808-26C7D72E2DF0}" type="datetimeFigureOut">
              <a:rPr lang="en-IN" smtClean="0"/>
              <a:t>30-05-2024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09196-3FF8-E3EF-F669-67B9CA6C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23C53-E14F-71EE-67E3-12B56DD9E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08BA-E66C-4CCE-B04F-407BBC767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956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78045-F41F-BEDF-068F-2F8C72549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A17A2-472F-11AC-2AF1-7FA7FAD8D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477DD-0179-8362-67B9-6904000FF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79A58-C6E3-41AB-B808-26C7D72E2DF0}" type="datetimeFigureOut">
              <a:rPr lang="en-IN" smtClean="0"/>
              <a:t>30-05-2024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74A25-BAB8-FD95-FB8F-CC3C7D0B4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5678B-5A19-4EB7-91D9-5080CEC2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08BA-E66C-4CCE-B04F-407BBC767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737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D3BC2-E3B5-FC33-C7D1-A1027780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8ACD1-EBBB-8225-00C5-14C253A32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E2D3B9-3550-4189-4621-EAFB9F710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14EA5-D938-F389-4243-A7058B91F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79A58-C6E3-41AB-B808-26C7D72E2DF0}" type="datetimeFigureOut">
              <a:rPr lang="en-IN" smtClean="0"/>
              <a:t>30-05-2024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B149C-1DA7-4B58-6AEE-80AF4DF76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1D23E-9903-CD58-824A-A2F92A077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08BA-E66C-4CCE-B04F-407BBC767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307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0D84B-3AF2-E8E5-D2A2-EC7ABC96C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42AFC-3DAE-7136-FE0F-9A2303978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E8DAB-C87C-3091-557D-229121B7CB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96D490-3B79-2DE3-8885-CEFB4BF1B0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EEE7C2-6B29-11C4-0A00-00A6321850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CAFB21-2C80-DD7F-5DCA-AAA90EC85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79A58-C6E3-41AB-B808-26C7D72E2DF0}" type="datetimeFigureOut">
              <a:rPr lang="en-IN" smtClean="0"/>
              <a:t>30-05-2024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7F9B4-377A-4BC4-9AF7-3B0844620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4AE130-9BDC-E7B0-7A5D-9828EFA57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08BA-E66C-4CCE-B04F-407BBC767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57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01921-E58C-4DCF-5C22-EE99771B7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F8B7BF-7BAA-AD1C-2391-41D90B815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79A58-C6E3-41AB-B808-26C7D72E2DF0}" type="datetimeFigureOut">
              <a:rPr lang="en-IN" smtClean="0"/>
              <a:t>30-05-2024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5B8B13-92DE-AC31-4715-69657F0EA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869E63-929F-0342-5C7C-C6A20113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08BA-E66C-4CCE-B04F-407BBC767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452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BE1DE-AA6F-C50E-75C5-1A301963C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79A58-C6E3-41AB-B808-26C7D72E2DF0}" type="datetimeFigureOut">
              <a:rPr lang="en-IN" smtClean="0"/>
              <a:t>30-05-2024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AEFAB2-A35C-2C74-C486-2DBBD773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2011B-799F-1AB6-4C61-08070A64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08BA-E66C-4CCE-B04F-407BBC767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28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51E1-3CEE-607B-A637-57C3FC601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18922-3789-054D-97C1-D8B4C85A3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A0A7A-3AAA-29EA-429E-D061FA3D1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F1F07-E7E7-224F-72F5-D0E7B62C5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79A58-C6E3-41AB-B808-26C7D72E2DF0}" type="datetimeFigureOut">
              <a:rPr lang="en-IN" smtClean="0"/>
              <a:t>30-05-2024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8FBC9D-6E35-C6C7-3F04-59C389BF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9511B-E741-D86E-EADD-FBB05E60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08BA-E66C-4CCE-B04F-407BBC767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3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76F83-3C72-CC47-359D-20203A901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5040EC-E6DE-C5E2-234E-0985A717B0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FC450-C15D-454D-244A-03AC8868B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E26C3-F38C-4908-3420-562376FA6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79A58-C6E3-41AB-B808-26C7D72E2DF0}" type="datetimeFigureOut">
              <a:rPr lang="en-IN" smtClean="0"/>
              <a:t>30-05-2024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130331-A972-A398-DA03-C2F2F423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BE997-284C-9622-6863-DC3BFA8B0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08BA-E66C-4CCE-B04F-407BBC767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6890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66F45-8F39-8CB1-C640-32637DFF6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7FBB0-447E-7D8A-1EAD-814D8D2B2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81430-D503-AA01-A5B9-03C4484C3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79A58-C6E3-41AB-B808-26C7D72E2DF0}" type="datetimeFigureOut">
              <a:rPr lang="en-IN" smtClean="0"/>
              <a:t>30-05-2024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B218B-CBEF-0266-9A5B-FF8F48E2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4C1B9-062F-7CFB-697F-0617A8AD0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08BA-E66C-4CCE-B04F-407BBC767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972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4EC1F2-CD9B-4F89-BAC5-7E88771170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24808B-F448-5B6C-F155-4115E844A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9C4B8-A789-8C0E-E759-7A8EFA01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79A58-C6E3-41AB-B808-26C7D72E2DF0}" type="datetimeFigureOut">
              <a:rPr lang="en-IN" smtClean="0"/>
              <a:t>30-05-2024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81704-B19C-C61B-C7B6-D354093C4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B952-542F-F811-057D-E34AC5D2F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808BA-E66C-4CCE-B04F-407BBC767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105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398A97-2EA5-1D93-47F3-756A7FB1C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26937-D86D-CD5C-7B25-193569DE7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61586-FBE7-3E21-3C02-6EEC3CBF3D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479A58-C6E3-41AB-B808-26C7D72E2DF0}" type="datetimeFigureOut">
              <a:rPr lang="en-IN" smtClean="0"/>
              <a:t>30-05-2024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BC0D8-A680-4049-10C4-72BB028B5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1E5D5-B700-AAB5-0879-EDBF06A4A3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808BA-E66C-4CCE-B04F-407BBC767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719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25F49-0B4C-DD94-7393-F73F954D3D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lms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17307-68FA-E985-2506-8DC2D0535B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97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A4B229-713A-5B48-0305-98E5D1BF78E9}"/>
              </a:ext>
            </a:extLst>
          </p:cNvPr>
          <p:cNvSpPr txBox="1"/>
          <p:nvPr/>
        </p:nvSpPr>
        <p:spPr>
          <a:xfrm>
            <a:off x="0" y="0"/>
            <a:ext cx="12192000" cy="632480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lms_filter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filter_order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learning_rate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Implements the Least Mean Squares (LMS) algorithm for noise reduction.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Parameters: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input_signal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(array): The input signal contaminated with noise.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desired_signal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(array): The desired signal (noise-free signal).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filter_order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(int): The order of the LMS filter.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learning_rate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(float): The step size or learning rate of the LMS algorithm.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Returns: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filtered_signal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(array): The noise-reduced signal.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"""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num_samples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zeros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filter_order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I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Initialize filter coefficients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filtered_signal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zeros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num_samples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num_samples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filter_order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filter_order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en-I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Input vector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dot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I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Filter output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filter_order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-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Error signal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learning_rate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Update filter coefficients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filtered_signal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filter_order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endParaRPr lang="en-IN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filtered_signal</a:t>
            </a:r>
            <a:br>
              <a:rPr lang="en-IN" sz="1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IN" sz="13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389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622B38-EA2B-4948-38F6-B0E3CFA68A41}"/>
              </a:ext>
            </a:extLst>
          </p:cNvPr>
          <p:cNvSpPr txBox="1"/>
          <p:nvPr/>
        </p:nvSpPr>
        <p:spPr>
          <a:xfrm>
            <a:off x="777240" y="151179"/>
            <a:ext cx="11201400" cy="655564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endParaRPr lang="en-IN" sz="14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Example usage: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Generate a noisy signal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seed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linspace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noise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random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randn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noise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a desired signal (noise-free signal)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Apply LMS filter to reduce noise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filter_order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learning_rate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0.01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filtered_signal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lms_filter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filter_order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learning_rate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Plot results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figure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figsize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'Noisy Signal'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'Desired Signal'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filtered_signal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'Filtered Signal (LMS)'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xlabel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'Time'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ylabel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'Amplitude'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'LMS Filter for Noise Reduction'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legend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grid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572324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53405-8508-7020-241E-39B29DD66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weiner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53073-C12B-595E-F3E3-B43F3A0DB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350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4C1F49-5E73-FF43-0934-21445D0E2107}"/>
              </a:ext>
            </a:extLst>
          </p:cNvPr>
          <p:cNvSpPr txBox="1"/>
          <p:nvPr/>
        </p:nvSpPr>
        <p:spPr>
          <a:xfrm>
            <a:off x="548640" y="86916"/>
            <a:ext cx="11643360" cy="67710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matplotlib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pyplot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plt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wiener_filter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filter_order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Implements the Wiener filter for noise reduction.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Parameters: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input_signal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(array): The input signal contaminated with noise.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desired_signal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(array): The desired signal (noise-free signal).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filter_order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(int): The order of the Wiener filter.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Returns: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filtered_signal</a:t>
            </a:r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(array): The noise-reduced signal.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"""</a:t>
            </a:r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Compute power spectral densities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fft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fft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I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P_noise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abs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fft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fft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 </a:t>
            </a:r>
            <a:r>
              <a:rPr lang="en-I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Compute Wiener filter transfer function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conj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conj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P_noise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Apply Wiener filter in frequency domain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F_input_signal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fft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fft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F_filtered_signal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F_input_signal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Convert back to time domain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filtered_signal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np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fft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ifft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F_filtered_signal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filtered_signal</a:t>
            </a:r>
            <a:endParaRPr lang="en-IN" sz="1400" b="0" dirty="0">
              <a:solidFill>
                <a:srgbClr val="9CDCFE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28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3EC00-2000-B091-2CFB-EAF01BD06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66CD240-8F55-34E0-17DF-59BA1B5B42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414" y="365125"/>
            <a:ext cx="10476308" cy="589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071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8F335-2DB6-7544-BF12-46764B255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40E4E-B15A-102E-9648-714DEE415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443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3522B5-F72A-F92A-A66E-7B06EFE6A4FB}"/>
              </a:ext>
            </a:extLst>
          </p:cNvPr>
          <p:cNvSpPr txBox="1"/>
          <p:nvPr/>
        </p:nvSpPr>
        <p:spPr>
          <a:xfrm>
            <a:off x="762000" y="181957"/>
            <a:ext cx="114300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numpy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tensorflow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matplotlib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pyplot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sklearn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model_selection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train_test_split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Generate data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.random.seed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.linspace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1000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noise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0.5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.random.randn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clean_signal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.sin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.pi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noisy_signal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clean_signal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+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noise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Create training data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noisy_signal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.reshape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(-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clean_signal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.reshape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(-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Split data into training and validation sets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X_train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y_train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train_test_split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test_size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0.2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random_state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42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Define neural network model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model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.keras.Sequential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([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.keras.layers.Dense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128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activation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relu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input_shape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,)),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.keras.layers.Dense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128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activation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relu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.keras.layers.Dense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128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activation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relu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.keras.layers.Dense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1685068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2C6F5F-979B-D5FF-77CD-456402FD0BD9}"/>
              </a:ext>
            </a:extLst>
          </p:cNvPr>
          <p:cNvSpPr txBox="1"/>
          <p:nvPr/>
        </p:nvSpPr>
        <p:spPr>
          <a:xfrm>
            <a:off x="807720" y="671691"/>
            <a:ext cx="1109472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Compile model</a:t>
            </a: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model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.compile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optimizer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adam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loss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mse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Train model</a:t>
            </a: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history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model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.fit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X_train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y_train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validation_data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=(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X_val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y_val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),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epochs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50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batch_size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32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Plot training history</a:t>
            </a: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plot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history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.history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'loss'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],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'Training Loss'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plot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history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.history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val_loss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], 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'Validation Loss'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xlabel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'Epochs'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ylabel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'Loss'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'Training History'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legend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show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Perform noise reduction on test data</a:t>
            </a: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cleaned_signal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model</a:t>
            </a:r>
            <a:r>
              <a:rPr kumimoji="0" lang="en-IN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.predict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</a:t>
            </a:r>
            <a: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1717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26F4DF-6FEA-60CA-191C-E5591BF71A40}"/>
              </a:ext>
            </a:extLst>
          </p:cNvPr>
          <p:cNvSpPr txBox="1"/>
          <p:nvPr/>
        </p:nvSpPr>
        <p:spPr>
          <a:xfrm>
            <a:off x="946847" y="908501"/>
            <a:ext cx="107899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Plot results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figure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figsize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6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plot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noisy_signal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'Noisy Signal'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plot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clean_signal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'Clean Signal'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plot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cleaned_signal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'Cleaned Signal (Neural Network)'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'Time'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'Amplitude'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'Noise Reduction using Neural Network'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legend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grid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True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show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5823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D3B235-118F-5526-6F5B-0B03A418CF6C}"/>
              </a:ext>
            </a:extLst>
          </p:cNvPr>
          <p:cNvSpPr txBox="1"/>
          <p:nvPr/>
        </p:nvSpPr>
        <p:spPr>
          <a:xfrm>
            <a:off x="2064774" y="1769806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NN and </a:t>
            </a:r>
            <a:r>
              <a:rPr lang="en-US" dirty="0" err="1"/>
              <a:t>weiner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2830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436BAA8-766E-E158-EEB9-5A9B9D47522F}"/>
              </a:ext>
            </a:extLst>
          </p:cNvPr>
          <p:cNvSpPr txBox="1"/>
          <p:nvPr/>
        </p:nvSpPr>
        <p:spPr>
          <a:xfrm>
            <a:off x="307911" y="102638"/>
            <a:ext cx="11159412" cy="662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numpy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tensorflow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tf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matplotlib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pyplot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plt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sklearn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model_selection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train_test_split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def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wiener_filter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input_signal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desired_signal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filter_order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"""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Implements the Wiener filter for noise reduction.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Parameters: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input_signal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(array): The input signal contaminated with noise.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desired_signal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(array): The desired signal (noise-free signal).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filter_order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(int): The order of the Wiener filter.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Returns: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filtered_signal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(array): The noise-reduced signal.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"""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Compute power spectral densities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P_signal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abs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fft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fft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desired_signal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))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**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P_noise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abs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fft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fft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input_signal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-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desired_signal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))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**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Compute Wiener filter transfer function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conj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P_signal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conj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P_signal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P_noise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 Apply Wiener filter in frequency domain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F_input_signal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np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fft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fft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input_signal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F_filtered_signal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*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F_input_signal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479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DB022F-9AF8-DDAA-742B-75C04D6EF8A3}"/>
              </a:ext>
            </a:extLst>
          </p:cNvPr>
          <p:cNvSpPr txBox="1"/>
          <p:nvPr/>
        </p:nvSpPr>
        <p:spPr>
          <a:xfrm>
            <a:off x="200025" y="363915"/>
            <a:ext cx="11791949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Convert back to time domain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filtered_signal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fft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ifft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F_filtered_signal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filtered_signal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Generate a noisy signal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random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seed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linspace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1000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noise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0.5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random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randn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input_signal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sin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pi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noise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Create a desired signal (noise-free signal)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desired_signal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sin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pi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Apply Wiener filter to reduce noise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filter_order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filtered_signal_wiener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wiener_filter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input_signal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desired_signal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filter_order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Generate data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noisy_signal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filtered_signal_wiener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Input to neural network is the Wiener filtered signal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Create training data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noisy_signal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reshape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(-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desired_signal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reshape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(-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 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Using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desired_signal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as clean signal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2429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8488AF-3D2D-69B3-2B8C-B4E5ADE9FD60}"/>
              </a:ext>
            </a:extLst>
          </p:cNvPr>
          <p:cNvSpPr txBox="1"/>
          <p:nvPr/>
        </p:nvSpPr>
        <p:spPr>
          <a:xfrm>
            <a:off x="352424" y="133350"/>
            <a:ext cx="11649075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Split data into training and validation sets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X_train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y_train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train_test_split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test_size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0.2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random_state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42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Define neural network model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model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.keras.Sequential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([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.keras.layers.Dense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128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activation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relu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input_shape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,)),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.keras.layers.Dense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128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activation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relu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.keras.layers.Dense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128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activation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relu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.keras.layers.Dense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Compile model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model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.compile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optimizer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adam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loss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mse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Train model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history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model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.fit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X_train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y_train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validation_data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epochs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50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batch_size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32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Plot training history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plot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history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.history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'loss'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'Training Loss'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plot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history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.history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val_loss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],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'Validation Loss'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xlabel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'Epochs'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ylabel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'Loss'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'Training History'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legend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show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654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F42402-3DE6-4ECE-5347-65B4CEA7E559}"/>
              </a:ext>
            </a:extLst>
          </p:cNvPr>
          <p:cNvSpPr txBox="1"/>
          <p:nvPr/>
        </p:nvSpPr>
        <p:spPr>
          <a:xfrm>
            <a:off x="485775" y="400050"/>
            <a:ext cx="1133475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Perform noise reduction on test data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cleaned_signal_neural_network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model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.predict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Plot results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figure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figsize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6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plot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input_signal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'Noisy Signal'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plot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desired_signal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'Desired Signal'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plot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filtered_signal_wiener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'Filtered Signal (Wiener)'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plot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cleaned_signal_neural_network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'Cleaned Signal (Neural Network)'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'Time'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'Amplitude'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title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'Noise Reduction using Wiener Filter and Neural Network'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legend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grid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True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show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4787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9A61C6-167C-08F4-013A-3E136CB04BF1}"/>
              </a:ext>
            </a:extLst>
          </p:cNvPr>
          <p:cNvSpPr txBox="1"/>
          <p:nvPr/>
        </p:nvSpPr>
        <p:spPr>
          <a:xfrm>
            <a:off x="3274142" y="1288026"/>
            <a:ext cx="4984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DNN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2772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6CCBF5-69B6-2607-ACA6-E17E85CF85CE}"/>
              </a:ext>
            </a:extLst>
          </p:cNvPr>
          <p:cNvSpPr txBox="1"/>
          <p:nvPr/>
        </p:nvSpPr>
        <p:spPr>
          <a:xfrm>
            <a:off x="111967" y="261257"/>
            <a:ext cx="9034365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numpy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np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tensorflow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matplotlib.pyplot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from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sklearn.model_selection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import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train_test_split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Generate data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np.random.seed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np.linspace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1000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noise =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0.5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np.random.randn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(t))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clean_signal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np.sin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np.pi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* 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noisy_signal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clean_signal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+ noise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Create training data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noisy_signal.reshape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(-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clean_signal.reshape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(-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Split data into training and validation sets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X_train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X_val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y_train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y_val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train_test_split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(X, y,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test_size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0.25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random_state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42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Define deep neural network model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model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tf.keras.Sequential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([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tf.keras.layers.Dense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128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activation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relu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input_shape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,)),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tf.keras.layers.Dense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256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activation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relu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), 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Added a hidden layer with 256 neurons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tf.keras.layers.Dense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256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activation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relu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), 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Added another hidden layer with 256 neurons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tf.keras.layers.Dense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128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activation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relu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),  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Another hidden layer with 128 neurons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tf.keras.layers.Dense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1484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43DF2C-C686-10CB-7B6C-302D60963B9E}"/>
              </a:ext>
            </a:extLst>
          </p:cNvPr>
          <p:cNvSpPr txBox="1"/>
          <p:nvPr/>
        </p:nvSpPr>
        <p:spPr>
          <a:xfrm>
            <a:off x="0" y="-152400"/>
            <a:ext cx="11696700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Custom loss function using hidden variable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custom_loss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y_true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y_pred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hidden_variable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0.09999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Adjust as needed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error =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tf.square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y_true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-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y_pred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tf.reduce_mean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(error -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hidden_variable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Compile model with custom loss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model.compile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optimizer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adam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loss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custom_loss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Train model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history =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model.fit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X_train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y_train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validation_data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X_val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y_val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epochs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50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batch_size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32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Plot training history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plt.plot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history.history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'loss'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'Training Loss'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plt.plot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history.history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[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val_loss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],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'Validation Loss'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plt.xlabel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'Epochs'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plt.ylabel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'Loss'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plt.title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'Training History'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plt.legend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plt.show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Perform noise reduction on test data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cleaned_signal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model.predict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(X)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5837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97B7DC-E7D2-2398-00CA-501F62DF38F9}"/>
              </a:ext>
            </a:extLst>
          </p:cNvPr>
          <p:cNvSpPr txBox="1"/>
          <p:nvPr/>
        </p:nvSpPr>
        <p:spPr>
          <a:xfrm>
            <a:off x="314960" y="1087121"/>
            <a:ext cx="88290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# Plot results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plt.figure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figsize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10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6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plt.plot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(t,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noisy_signal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'Noisy Signal'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plt.plot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(t,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clean_signal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'Clean Signal'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plt.plot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(t,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cleaned_signal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'Cleaned Signal (Deep Neural Network)'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plt.xlabel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'Time'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plt.ylabel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'Amplitude'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plt.title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'Noise Reduction using Deep Neural Network'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plt.legend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plt.grid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True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plt.show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highlight>
                  <a:srgbClr val="1E1E1E"/>
                </a:highlight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highlight>
                <a:srgbClr val="1E1E1E"/>
              </a:highlight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1157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2697</Words>
  <Application>Microsoft Office PowerPoint</Application>
  <PresentationFormat>Widescreen</PresentationFormat>
  <Paragraphs>258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Cascadia Code</vt:lpstr>
      <vt:lpstr>Consolas</vt:lpstr>
      <vt:lpstr>Office Theme</vt:lpstr>
      <vt:lpstr>lms</vt:lpstr>
      <vt:lpstr>PowerPoint Presentation</vt:lpstr>
      <vt:lpstr>PowerPoint Presentation</vt:lpstr>
      <vt:lpstr>weiner</vt:lpstr>
      <vt:lpstr>PowerPoint Presentation</vt:lpstr>
      <vt:lpstr>PowerPoint Presentation</vt:lpstr>
      <vt:lpstr>NN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lms</dc:title>
  <dc:creator>Diya K D</dc:creator>
  <cp:lastModifiedBy>Diya K D</cp:lastModifiedBy>
  <cp:revision>2</cp:revision>
  <dcterms:created xsi:type="dcterms:W3CDTF">2024-05-30T01:07:08Z</dcterms:created>
  <dcterms:modified xsi:type="dcterms:W3CDTF">2024-05-30T05:03:50Z</dcterms:modified>
</cp:coreProperties>
</file>